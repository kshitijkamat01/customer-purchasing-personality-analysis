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Roboto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font" Target="fonts/Roboto-regular.fntdata"/><Relationship Id="rId7" Type="http://schemas.openxmlformats.org/officeDocument/2006/relationships/font" Target="fonts/Roboto-bold.fntdata"/><Relationship Id="rId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284875" y="800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85475" y="11046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0"/>
              <a:t>Impact of Discounts on Customer Purchasing Behavior: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920"/>
          </a:p>
          <a:p>
            <a:pPr indent="-236220" lvl="0" marL="228600" rtl="0" algn="l"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en-US" sz="1920"/>
              <a:t>Analyze the effect of discount deals on customer purchasing behavior. Do customers who purchase more frequently with discounts tend to spend more overall or less on specific categories?</a:t>
            </a:r>
            <a:endParaRPr sz="192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0"/>
          </a:p>
          <a:p>
            <a:pPr indent="-236220" lvl="0" marL="228600" rtl="0" algn="l"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en-US" sz="1920"/>
              <a:t>Examine if there's a significant difference in the spending habits on promotional products versus regular purchases across different customer segments.</a:t>
            </a:r>
            <a:endParaRPr sz="192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</a:pPr>
            <a:r>
              <a:t/>
            </a:r>
            <a:endParaRPr sz="1120"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385475" y="2947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Goal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385475" y="4387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Quantify Discount Effectiveness</a:t>
            </a:r>
            <a:endParaRPr sz="26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2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Spending Pattern Analysis: </a:t>
            </a:r>
            <a:endParaRPr sz="2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Promotional Versus Regular Purchase Behavior</a:t>
            </a:r>
            <a:endParaRPr sz="1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